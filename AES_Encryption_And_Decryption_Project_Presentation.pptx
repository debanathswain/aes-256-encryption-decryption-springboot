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9125" y="200025"/>
            <a:ext cx="7772400" cy="1470025"/>
          </a:xfrm>
        </p:spPr>
        <p:txBody>
          <a:bodyPr/>
          <a:lstStyle/>
          <a:p>
            <a:r>
              <a:t>Secure AES Encryption &amp; Decryption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8385" y="1955165"/>
            <a:ext cx="6400800" cy="1752600"/>
          </a:xfrm>
        </p:spPr>
        <p:txBody>
          <a:bodyPr/>
          <a:lstStyle/>
          <a:p>
            <a:r>
              <a:t>Enterprise-grade AES-256 Cryptographic Processing</a:t>
            </a:r>
          </a:p>
          <a:p>
            <a:r>
              <a:t>Using Java Spring Boot REST APIs</a:t>
            </a:r>
          </a:p>
          <a:p/>
          <a:p>
            <a:r>
              <a:t>Prepared by: Debanath Swain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Demonstrates secure AES-256 encryption and decryption.</a:t>
            </a:r>
          </a:p>
          <a:p>
            <a:r>
              <a:t>Implements industry-standard cryptography.</a:t>
            </a:r>
          </a:p>
          <a:p>
            <a:r>
              <a:t>Uses Spring Boot RESTful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JavaScript</a:t>
            </a:r>
          </a:p>
          <a:p>
            <a:r>
              <a:t>Backend: Java, Spring Boot</a:t>
            </a:r>
          </a:p>
          <a:p>
            <a:r>
              <a:t>Encryption: AES-256 (CBC, PKCS5Padding)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320" y="-635"/>
            <a:ext cx="7319645" cy="687705"/>
          </a:xfrm>
        </p:spPr>
        <p:txBody>
          <a:bodyPr>
            <a:normAutofit fontScale="90000"/>
          </a:bodyPr>
          <a:lstStyle/>
          <a:p>
            <a:r>
              <a:t>Use Case 1: Encryption Success</a:t>
            </a:r>
          </a:p>
        </p:txBody>
      </p:sp>
      <p:pic>
        <p:nvPicPr>
          <p:cNvPr id="3" name="Picture 2" descr="DataEncryptSuccess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215" y="591820"/>
            <a:ext cx="7167880" cy="61398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0"/>
            <a:ext cx="7085965" cy="514985"/>
          </a:xfrm>
        </p:spPr>
        <p:txBody>
          <a:bodyPr>
            <a:normAutofit fontScale="90000"/>
          </a:bodyPr>
          <a:lstStyle/>
          <a:p>
            <a:r>
              <a:t>Use Case 2: </a:t>
            </a:r>
            <a:r>
              <a:rPr sz="4000"/>
              <a:t>Decryption </a:t>
            </a:r>
            <a:r>
              <a:t>Success</a:t>
            </a:r>
          </a:p>
        </p:txBody>
      </p:sp>
      <p:pic>
        <p:nvPicPr>
          <p:cNvPr id="3" name="Picture 2" descr="DataDecryptSuccess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514985"/>
            <a:ext cx="7086600" cy="61125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710" y="65405"/>
            <a:ext cx="8086090" cy="529590"/>
          </a:xfrm>
        </p:spPr>
        <p:txBody>
          <a:bodyPr>
            <a:normAutofit fontScale="90000"/>
          </a:bodyPr>
          <a:lstStyle/>
          <a:p>
            <a:r>
              <a:t>Use </a:t>
            </a:r>
            <a:r>
              <a:rPr sz="4000"/>
              <a:t>Case </a:t>
            </a:r>
            <a:r>
              <a:t>3: Failed </a:t>
            </a:r>
            <a:r>
              <a:rPr sz="4000"/>
              <a:t>Decryption </a:t>
            </a:r>
            <a:r>
              <a:t>Handling</a:t>
            </a:r>
          </a:p>
        </p:txBody>
      </p:sp>
      <p:pic>
        <p:nvPicPr>
          <p:cNvPr id="3" name="Picture 2" descr="InvalidInputFailedDecryption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095" y="594995"/>
            <a:ext cx="7191375" cy="61607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AES-256 symmetric encryption.</a:t>
            </a:r>
          </a:p>
          <a:p>
            <a:r>
              <a:t>Secure CBC block chaining.</a:t>
            </a:r>
          </a:p>
          <a:p>
            <a:r>
              <a:t>Graceful error handling without exposing internals.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Ensures confidentiality and integrity of data.</a:t>
            </a:r>
          </a:p>
          <a:p>
            <a:r>
              <a:t>Demonstrates real-world cryptographic implementation.</a:t>
            </a:r>
          </a:p>
          <a:p>
            <a:r>
              <a:t>Suitable for enterprise and academic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779</Words>
  <Application>WPS Presentation</Application>
  <PresentationFormat>On-screen Show (4:3)</PresentationFormat>
  <Paragraphs>37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Secure AES Encryption &amp; Decryption</vt:lpstr>
      <vt:lpstr>Introduction</vt:lpstr>
      <vt:lpstr>System Architecture</vt:lpstr>
      <vt:lpstr>Use Case 1: Encryption Success</vt:lpstr>
      <vt:lpstr>Use Case 2: Decryption Success</vt:lpstr>
      <vt:lpstr>Use Case 3: Failed Decryption Handling</vt:lpstr>
      <vt:lpstr>Security Highlights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Debanath Swain</cp:lastModifiedBy>
  <cp:revision>4</cp:revision>
  <dcterms:created xsi:type="dcterms:W3CDTF">2013-01-27T09:14:00Z</dcterms:created>
  <dcterms:modified xsi:type="dcterms:W3CDTF">2026-01-09T07:23:02Z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75114BF1CCD74E9CA929A6BEE88B2EFC_12</vt:lpwstr>
  </property>
  <property fmtid="{D5CDD505-2E9C-101B-9397-08002B2CF9AE}" pid="3" name="KSOProductBuildVer">
    <vt:lpwstr>1033-12.2.0.23196</vt:lpwstr>
  </property>
</Properties>
</file>